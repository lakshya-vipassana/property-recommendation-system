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682"/>
  </p:normalViewPr>
  <p:slideViewPr>
    <p:cSldViewPr snapToGrid="0">
      <p:cViewPr varScale="1">
        <p:scale>
          <a:sx n="110" d="100"/>
          <a:sy n="110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C66D9-950C-CF4E-8BD0-075AA6720AFF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EE3DB-198E-5540-9C55-228E06FD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3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EE3DB-198E-5540-9C55-228E06FD8C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53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C8D6-F9F2-4781-C319-45BD7CD02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95500-0BEB-1F9F-CD99-469344087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2C14B-928F-6F40-26D7-C71DCC2F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8B484-3575-3B18-C0CF-39F77B76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AC14B-FE1C-75B6-471D-F6AF955F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9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B0ED-98F2-5128-D31D-644128A3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1D07-175E-ABBA-F7F0-7E27C17DA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A9734-CF6A-50BD-2706-F2B1AF66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E2845-CCC5-EF9B-CEE4-E3477650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91414-22D3-5167-4E83-09ECA99B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34EF-CA02-A2F6-5B9E-AED19177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4B679-D815-DB35-5BAE-9BC62A631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1FFDA-4B37-6819-201A-C6D673D1D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D4994-02E0-8F11-77EA-0DEB41F1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39258-691B-4C56-AA1E-343E5EE3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8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4A1F-462C-794C-3F3E-92EA7FA4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EA9FD-ECA4-66DD-D6E6-18C876C06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F4D61-AA59-79C0-579B-F32C1CEC0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29DDD-110B-5E4F-35C8-E1575DAE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1793E-474D-C2FB-7FA3-1D924B333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BCBC6-A830-9BC5-0D2B-C09296FF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6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F509-4A20-B102-2B93-B871A5257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70429-C26B-1C6B-31D6-30540ED7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20D72-FAD2-FC9F-2D7F-248D78874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00942-DBB8-1516-25BD-955D51944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26AAB-FDEB-84ED-51A0-B81E345D6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DAFA1-5BED-9D24-607C-8321AB52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961A0-08CE-7999-20FB-D0CF70AE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A8113-5A02-D467-1F58-55D018FE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52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A336-6BD4-84F5-98E6-9F09AF7A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D3A52-29B1-11C7-F935-B6515560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04B1C0-E1F8-9D77-6EA9-4E455F77F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8952E-94D8-29E1-B3DB-29571756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8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CFD01-13ED-EFB7-C5EE-63E1AE86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61FF5-3CA9-9223-CF17-87D69083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07E1-541A-15FD-1C69-E11EF848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5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6714-10C4-74DC-F129-41ED38D4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9F3BC-B2F3-7C06-1337-230739E22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E8814-D840-DF6D-63FF-EA421CF8D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C2CC7-427B-630C-96C4-1EB72641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8A44D-C7C4-C63A-E23B-55E17FCF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CA7DC-0ECE-C35A-5AC1-CFD78289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3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3BE8-15EF-C618-FCA4-3BC5607C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D47FD-0A23-5C1F-0F02-B8E855A47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71547-1446-2A74-3C37-30CFF6711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70F28-384E-6AB4-5DC8-FB98FC9F7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900E9-7B7D-2F64-3551-4A5F2C68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E017B-94BC-FB7E-4A25-B5D16D5D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39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9B25-B503-0C57-706A-14BF03DC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C0EF4-B9E8-958D-D976-2EA46D6F9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1707-3826-FD62-0E75-EEB11083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AC1C7-AF5A-8057-295C-5BCDF012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9BCBF-C94E-F5B4-40EB-589FFC81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96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DE04C-3408-D04D-A531-CACF513EF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56DE0-0B21-F4C3-2D11-7AE9612F0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72860-A2C4-2807-3687-D09ACD17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3E892-CEC1-6E08-065C-88BDC19D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528C1-F821-EC8F-0EF5-7A72EE371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5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73AD9-C3D2-D2EE-2D89-0E39BEFE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EADE4-5BE2-A220-952A-00255E615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279AB-77C7-3083-E8FD-9EB5AF5AE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37135-CEE8-B446-9ACB-3E8DC466E4F9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B59BB-D07C-39D7-6323-25F844686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C092A-3470-8C6A-353A-9CBBDA2CA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A2DEB-8E47-5C4C-BAFB-4EB2317D6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94127-CBDB-836E-C7A7-67D28D6C0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9" y="1111171"/>
            <a:ext cx="10837762" cy="1218175"/>
          </a:xfrm>
        </p:spPr>
        <p:txBody>
          <a:bodyPr>
            <a:no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Matching Using User Preferences (AI-driven Ranking System)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646BC-381C-5D70-6081-C1FBDBC1D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3336" y="2467722"/>
            <a:ext cx="10305327" cy="495400"/>
          </a:xfrm>
        </p:spPr>
        <p:txBody>
          <a:bodyPr>
            <a:norm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align user intent with properties under real-world constraints.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A85E4-B4A2-67D9-2822-AF70E0C6745C}"/>
              </a:ext>
            </a:extLst>
          </p:cNvPr>
          <p:cNvSpPr txBox="1"/>
          <p:nvPr/>
        </p:nvSpPr>
        <p:spPr>
          <a:xfrm>
            <a:off x="462987" y="5632007"/>
            <a:ext cx="4618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Lakshya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Vipassana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: 24ID60R35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: lakshyav299@gmail.com</a:t>
            </a:r>
          </a:p>
        </p:txBody>
      </p:sp>
    </p:spTree>
    <p:extLst>
      <p:ext uri="{BB962C8B-B14F-4D97-AF65-F5344CB8AC3E}">
        <p14:creationId xmlns:p14="http://schemas.microsoft.com/office/powerpoint/2010/main" val="2386388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59C7-E220-62C0-F027-D4594777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BAB2-3449-6687-CBAE-7F3125B55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properties that best align with user needs and preferences rather than finding an exact match.</a:t>
            </a:r>
          </a:p>
          <a:p>
            <a:pPr>
              <a:lnSpc>
                <a:spcPct val="10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 Constraints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budget (upper-bound constraint, but noisy)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bedroom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6DB1E-C31E-B1A9-E9BB-71D00CD107B3}"/>
              </a:ext>
            </a:extLst>
          </p:cNvPr>
          <p:cNvSpPr txBox="1"/>
          <p:nvPr/>
        </p:nvSpPr>
        <p:spPr>
          <a:xfrm>
            <a:off x="4514129" y="2779774"/>
            <a:ext cx="28712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00000"/>
              </a:lnSpc>
              <a:buAutoNum type="arabicPeriod" startAt="2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Preferences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 and lifestyle features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preferences expressed in text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value (price vs space)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110AC-4F80-DC54-BB0F-94CB81F50A1D}"/>
              </a:ext>
            </a:extLst>
          </p:cNvPr>
          <p:cNvSpPr txBox="1"/>
          <p:nvPr/>
        </p:nvSpPr>
        <p:spPr>
          <a:xfrm>
            <a:off x="7677872" y="2779774"/>
            <a:ext cx="4514128" cy="1136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Data Reality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Preferences are subjective and inconsistently expressed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descriptions are marketing-oriented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data prevents binary matching</a:t>
            </a:r>
          </a:p>
        </p:txBody>
      </p:sp>
    </p:spTree>
    <p:extLst>
      <p:ext uri="{BB962C8B-B14F-4D97-AF65-F5344CB8AC3E}">
        <p14:creationId xmlns:p14="http://schemas.microsoft.com/office/powerpoint/2010/main" val="348166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0AF2-D170-04FF-FA43-DBA46FA0F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44B9-0A6B-DC71-F4F8-457FA63F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EDA Insights That Drove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A3E5E-31F0-A223-1986-A25258CBE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98" y="1839650"/>
            <a:ext cx="4884514" cy="8016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and budgets are right-skewed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assumptions fail; log scaling and non-linear scoring are required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6A62B5-B5AB-28CB-C937-9DF0C3E76351}"/>
              </a:ext>
            </a:extLst>
          </p:cNvPr>
          <p:cNvSpPr txBox="1">
            <a:spLocks/>
          </p:cNvSpPr>
          <p:nvPr/>
        </p:nvSpPr>
        <p:spPr>
          <a:xfrm>
            <a:off x="884498" y="2913340"/>
            <a:ext cx="4648202" cy="826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Bedrooms are weak predictors of price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Bedrooms should act as minimum filters, not dominant features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6A5833D-19A4-D435-2C4C-727ECB1B656F}"/>
              </a:ext>
            </a:extLst>
          </p:cNvPr>
          <p:cNvSpPr txBox="1">
            <a:spLocks/>
          </p:cNvSpPr>
          <p:nvPr/>
        </p:nvSpPr>
        <p:spPr>
          <a:xfrm>
            <a:off x="884498" y="3944660"/>
            <a:ext cx="4081041" cy="61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area alone does not explain value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Price-per-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sqft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stronger signal of location and quality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F737DB-FF1E-547C-8E48-97BC5C83B0B6}"/>
              </a:ext>
            </a:extLst>
          </p:cNvPr>
          <p:cNvSpPr txBox="1">
            <a:spLocks/>
          </p:cNvSpPr>
          <p:nvPr/>
        </p:nvSpPr>
        <p:spPr>
          <a:xfrm>
            <a:off x="6266723" y="1838925"/>
            <a:ext cx="4405132" cy="983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budgets and property prices overlap, but supply is clustered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Strict budget cut-offs would eliminate valid recommendations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84AFAB-51F9-A6AD-9FAF-1B09A783D405}"/>
              </a:ext>
            </a:extLst>
          </p:cNvPr>
          <p:cNvSpPr txBox="1">
            <a:spLocks/>
          </p:cNvSpPr>
          <p:nvPr/>
        </p:nvSpPr>
        <p:spPr>
          <a:xfrm>
            <a:off x="6266723" y="3251027"/>
            <a:ext cx="4763951" cy="977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and amenities capture perceived value better than raw size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Semantic similarity and amenity overlap must influence ranking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DBC59-81F5-2C97-8F80-B62EE5DAB1AB}"/>
              </a:ext>
            </a:extLst>
          </p:cNvPr>
          <p:cNvSpPr txBox="1"/>
          <p:nvPr/>
        </p:nvSpPr>
        <p:spPr>
          <a:xfrm>
            <a:off x="886906" y="5788440"/>
            <a:ext cx="10759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confirmed that property matching is a ranking problem under uncertainty, not a binary filtering task.</a:t>
            </a:r>
            <a:endParaRPr lang="en-US" sz="1200" i="1" dirty="0">
              <a:solidFill>
                <a:schemeClr val="tx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11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B9C7-4D93-1692-AB6D-87E45D7B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61FAA-2E16-3AA2-AF48-A97D0782E068}"/>
              </a:ext>
            </a:extLst>
          </p:cNvPr>
          <p:cNvSpPr/>
          <p:nvPr/>
        </p:nvSpPr>
        <p:spPr>
          <a:xfrm>
            <a:off x="300942" y="2164467"/>
            <a:ext cx="2118167" cy="8565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221414-C3E7-41EC-E444-C5013F5F073F}"/>
              </a:ext>
            </a:extLst>
          </p:cNvPr>
          <p:cNvSpPr/>
          <p:nvPr/>
        </p:nvSpPr>
        <p:spPr>
          <a:xfrm>
            <a:off x="3071150" y="2164467"/>
            <a:ext cx="2118167" cy="8565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Filters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(Budget, Bathrooms)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8F124A-71D2-9A54-F7A3-E14017C526E2}"/>
              </a:ext>
            </a:extLst>
          </p:cNvPr>
          <p:cNvSpPr/>
          <p:nvPr/>
        </p:nvSpPr>
        <p:spPr>
          <a:xfrm>
            <a:off x="5841358" y="2164467"/>
            <a:ext cx="2766348" cy="8565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Similarity Scoring</a:t>
            </a:r>
          </a:p>
          <a:p>
            <a:pPr algn="ctr"/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(Text, Amenities, Price, Area)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D39BE1-F6F4-41B0-54A5-0A18A0BC0820}"/>
              </a:ext>
            </a:extLst>
          </p:cNvPr>
          <p:cNvSpPr/>
          <p:nvPr/>
        </p:nvSpPr>
        <p:spPr>
          <a:xfrm>
            <a:off x="9259748" y="2164467"/>
            <a:ext cx="2766348" cy="8565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Match Score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E53726-3AF0-19D6-F54D-64B90110B746}"/>
              </a:ext>
            </a:extLst>
          </p:cNvPr>
          <p:cNvSpPr/>
          <p:nvPr/>
        </p:nvSpPr>
        <p:spPr>
          <a:xfrm>
            <a:off x="9259748" y="4698591"/>
            <a:ext cx="2766348" cy="8565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Top-N Ranked Properties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D69235-A1E4-69B3-8235-1D2BE9D2211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419109" y="2592730"/>
            <a:ext cx="652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612BC0-94B7-5BB4-1240-8873239FEA6F}"/>
              </a:ext>
            </a:extLst>
          </p:cNvPr>
          <p:cNvCxnSpPr>
            <a:cxnSpLocks/>
          </p:cNvCxnSpPr>
          <p:nvPr/>
        </p:nvCxnSpPr>
        <p:spPr>
          <a:xfrm>
            <a:off x="5185458" y="2592730"/>
            <a:ext cx="652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83953B-90DC-17B9-A611-CD19A3FF9966}"/>
              </a:ext>
            </a:extLst>
          </p:cNvPr>
          <p:cNvCxnSpPr>
            <a:cxnSpLocks/>
          </p:cNvCxnSpPr>
          <p:nvPr/>
        </p:nvCxnSpPr>
        <p:spPr>
          <a:xfrm>
            <a:off x="8611564" y="2592730"/>
            <a:ext cx="652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05524B-96C5-7131-3BA9-E7ECA7B541DD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642922" y="3020993"/>
            <a:ext cx="0" cy="16775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1324B3-F268-A2D6-4DB1-75315AAD1889}"/>
              </a:ext>
            </a:extLst>
          </p:cNvPr>
          <p:cNvSpPr txBox="1"/>
          <p:nvPr/>
        </p:nvSpPr>
        <p:spPr>
          <a:xfrm>
            <a:off x="217725" y="3098343"/>
            <a:ext cx="2284600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bedrooms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preferences (text)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1AB8FD-5539-3370-849C-2F55367F985F}"/>
              </a:ext>
            </a:extLst>
          </p:cNvPr>
          <p:cNvSpPr txBox="1"/>
          <p:nvPr/>
        </p:nvSpPr>
        <p:spPr>
          <a:xfrm>
            <a:off x="2698009" y="3111108"/>
            <a:ext cx="31830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Filters (Feasibility Layer)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impossible options early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≤ Budget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Bedrooms ≥ Required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7D4D97-D6A2-B9FF-2DBD-575A3293AB30}"/>
              </a:ext>
            </a:extLst>
          </p:cNvPr>
          <p:cNvSpPr txBox="1"/>
          <p:nvPr/>
        </p:nvSpPr>
        <p:spPr>
          <a:xfrm>
            <a:off x="5752619" y="3111108"/>
            <a:ext cx="318302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Similarity Scoring (Preference Layer)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options, not filtered them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similarity signals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similarity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SBERT + cosine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Amenity overlap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Jaccard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similarity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log-scaled distance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similarity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log-scaled distance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3E4595-60DD-734D-8922-AADCD057EC37}"/>
              </a:ext>
            </a:extLst>
          </p:cNvPr>
          <p:cNvSpPr txBox="1"/>
          <p:nvPr/>
        </p:nvSpPr>
        <p:spPr>
          <a:xfrm>
            <a:off x="9259748" y="3417590"/>
            <a:ext cx="1620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Match Score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879FDE-7275-EEF6-B14B-95AAE0F15830}"/>
              </a:ext>
            </a:extLst>
          </p:cNvPr>
          <p:cNvSpPr txBox="1"/>
          <p:nvPr/>
        </p:nvSpPr>
        <p:spPr>
          <a:xfrm>
            <a:off x="9342437" y="5697758"/>
            <a:ext cx="28032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Top-N Ranking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recommendations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binary ‘match / no-match’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comparison and choice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DE3C5F-02A0-7D9D-7D64-648BC02392D8}"/>
              </a:ext>
            </a:extLst>
          </p:cNvPr>
          <p:cNvSpPr txBox="1"/>
          <p:nvPr/>
        </p:nvSpPr>
        <p:spPr>
          <a:xfrm>
            <a:off x="10642922" y="3272461"/>
            <a:ext cx="16204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weighted combination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tune</a:t>
            </a:r>
          </a:p>
        </p:txBody>
      </p:sp>
    </p:spTree>
    <p:extLst>
      <p:ext uri="{BB962C8B-B14F-4D97-AF65-F5344CB8AC3E}">
        <p14:creationId xmlns:p14="http://schemas.microsoft.com/office/powerpoint/2010/main" val="166042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356</Words>
  <Application>Microsoft Macintosh PowerPoint</Application>
  <PresentationFormat>Widescreen</PresentationFormat>
  <Paragraphs>68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Property Matching Using User Preferences (AI-driven Ranking System)</vt:lpstr>
      <vt:lpstr>Problem Understanding</vt:lpstr>
      <vt:lpstr>Key EDA Insights That Drove Design</vt:lpstr>
      <vt:lpstr>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Property Matching Using User Preferences (AI-driven Ranking System)</dc:title>
  <dc:creator>Lakshya Vipassana</dc:creator>
  <cp:lastModifiedBy>Lakshya Vipassana</cp:lastModifiedBy>
  <cp:revision>4</cp:revision>
  <dcterms:created xsi:type="dcterms:W3CDTF">2026-02-03T15:56:35Z</dcterms:created>
  <dcterms:modified xsi:type="dcterms:W3CDTF">2026-02-03T17:42:46Z</dcterms:modified>
</cp:coreProperties>
</file>