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9" r:id="rId4"/>
    <p:sldId id="25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86"/>
    <p:restoredTop sz="94682"/>
  </p:normalViewPr>
  <p:slideViewPr>
    <p:cSldViewPr snapToGrid="0">
      <p:cViewPr varScale="1">
        <p:scale>
          <a:sx n="110" d="100"/>
          <a:sy n="110" d="100"/>
        </p:scale>
        <p:origin x="18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2C66D9-950C-CF4E-8BD0-075AA6720AFF}" type="datetimeFigureOut">
              <a:rPr lang="en-US" smtClean="0"/>
              <a:t>2/3/26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2EE3DB-198E-5540-9C55-228E06FD8C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29378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2EE3DB-198E-5540-9C55-228E06FD8CA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4535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11C8D6-F9F2-4781-C319-45BD7CD02A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395500-0BEB-1F9F-CD99-4693440871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72C14B-928F-6F40-26D7-C71DCC2FE0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237135-CEE8-B446-9ACB-3E8DC466E4F9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18B484-3575-3B18-C0CF-39F77B76ED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5AC14B-FE1C-75B6-471D-F6AF955FEB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A2DEB-8E47-5C4C-BAFB-4EB2317D61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5934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4B0ED-98F2-5128-D31D-644128A3B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CA1D07-175E-ABBA-F7F0-7E27C17DA6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4A9734-CF6A-50BD-2706-F2B1AF66A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237135-CEE8-B446-9ACB-3E8DC466E4F9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1E2845-CCC5-EF9B-CEE4-E34776501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791414-22D3-5167-4E83-09ECA99B5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A2DEB-8E47-5C4C-BAFB-4EB2317D61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96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ED34EF-CA02-A2F6-5B9E-AED1917744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D4B679-D815-DB35-5BAE-9BC62A631F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E1FFDA-4B37-6819-201A-C6D673D1D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237135-CEE8-B446-9ACB-3E8DC466E4F9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ED4994-02E0-8F11-77EA-0DEB41F1F5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C39258-691B-4C56-AA1E-343E5EE3B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A2DEB-8E47-5C4C-BAFB-4EB2317D61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1789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624A1F-462C-794C-3F3E-92EA7FA456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CEA9FD-ECA4-66DD-D6E6-18C876C06F4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2F4D61-AA59-79C0-579B-F32C1CEC04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429DDD-110B-5E4F-35C8-E1575DAEA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237135-CEE8-B446-9ACB-3E8DC466E4F9}" type="datetimeFigureOut">
              <a:rPr lang="en-US" smtClean="0"/>
              <a:t>2/3/26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61793E-474D-C2FB-7FA3-1D924B333C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BBCBC6-A830-9BC5-0D2B-C09296FFC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A2DEB-8E47-5C4C-BAFB-4EB2317D61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8641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FFF509-4A20-B102-2B93-B871A5257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870429-C26B-1C6B-31D6-30540ED72C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120D72-FAD2-FC9F-2D7F-248D788741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500942-DBB8-1516-25BD-955D51944D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C26AAB-FDEB-84ED-51A0-B81E345D60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FDAFA1-5BED-9D24-607C-8321AB525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237135-CEE8-B446-9ACB-3E8DC466E4F9}" type="datetimeFigureOut">
              <a:rPr lang="en-US" smtClean="0"/>
              <a:t>2/3/26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6E961A0-08CE-7999-20FB-D0CF70AE9A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9A8113-5A02-D467-1F58-55D018FE3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A2DEB-8E47-5C4C-BAFB-4EB2317D61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7527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FA336-6BD4-84F5-98E6-9F09AF7A7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37D3A52-29B1-11C7-F935-B651556010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237135-CEE8-B446-9ACB-3E8DC466E4F9}" type="datetimeFigureOut">
              <a:rPr lang="en-US" smtClean="0"/>
              <a:t>2/3/26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04B1C0-E1F8-9D77-6EA9-4E455F77F4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38952E-94D8-29E1-B3DB-29571756D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A2DEB-8E47-5C4C-BAFB-4EB2317D61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5854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42CFD01-13ED-EFB7-C5EE-63E1AE860E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237135-CEE8-B446-9ACB-3E8DC466E4F9}" type="datetimeFigureOut">
              <a:rPr lang="en-US" smtClean="0"/>
              <a:t>2/3/26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7F61FF5-3CA9-9223-CF17-87D690839D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A007E1-541A-15FD-1C69-E11EF8480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A2DEB-8E47-5C4C-BAFB-4EB2317D61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150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46714-10C4-74DC-F129-41ED38D443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C9F3BC-B2F3-7C06-1337-230739E224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5E8814-D840-DF6D-63FF-EA421CF8D5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7C2CC7-427B-630C-96C4-1EB7264169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237135-CEE8-B446-9ACB-3E8DC466E4F9}" type="datetimeFigureOut">
              <a:rPr lang="en-US" smtClean="0"/>
              <a:t>2/3/26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A8A44D-C7C4-C63A-E23B-55E17FCF2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3CA7DC-0ECE-C35A-5AC1-CFD78289A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A2DEB-8E47-5C4C-BAFB-4EB2317D61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38304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33BE8-15EF-C618-FCA4-3BC5607C6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22D47FD-0A23-5C1F-0F02-B8E855A478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471547-1446-2A74-3C37-30CFF6711D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D70F28-384E-6AB4-5DC8-FB98FC9F72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237135-CEE8-B446-9ACB-3E8DC466E4F9}" type="datetimeFigureOut">
              <a:rPr lang="en-US" smtClean="0"/>
              <a:t>2/3/26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9900E9-7B7D-2F64-3551-4A5F2C687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5E017B-94BC-FB7E-4A25-B5D16D5D09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A2DEB-8E47-5C4C-BAFB-4EB2317D61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2392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09B25-B503-0C57-706A-14BF03DC5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4C0EF4-B9E8-958D-D976-2EA46D6F9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F01707-3826-FD62-0E75-EEB110834F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237135-CEE8-B446-9ACB-3E8DC466E4F9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3AC1C7-AF5A-8057-295C-5BCDF0126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59BCBF-C94E-F5B4-40EB-589FFC810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A2DEB-8E47-5C4C-BAFB-4EB2317D61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6963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5DE04C-3408-D04D-A531-CACF513EF9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356DE0-0B21-F4C3-2D11-7AE9612F08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772860-A2C4-2807-3687-D09ACD172B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237135-CEE8-B446-9ACB-3E8DC466E4F9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43E892-CEC1-6E08-065C-88BDC19DB1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8528C1-F821-EC8F-0EF5-7A72EE371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A2DEB-8E47-5C4C-BAFB-4EB2317D61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9576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2E73AD9-C3D2-D2EE-2D89-0E39BEFE7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EEADE4-5BE2-A220-952A-00255E615B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8279AB-77C7-3083-E8FD-9EB5AF5AE1A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237135-CEE8-B446-9ACB-3E8DC466E4F9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BB59BB-D07C-39D7-6323-25F8446863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2C092A-3470-8C6A-353A-9CBBDA2CA9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2A2DEB-8E47-5C4C-BAFB-4EB2317D61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4778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94127-CBDB-836E-C7A7-67D28D6C0E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7119" y="1111171"/>
            <a:ext cx="10837762" cy="1218175"/>
          </a:xfrm>
        </p:spPr>
        <p:txBody>
          <a:bodyPr>
            <a:noAutofit/>
          </a:bodyPr>
          <a:lstStyle/>
          <a:p>
            <a:r>
              <a:rPr lang="en-IN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Property Matching Using User Preferences (AI-driven Ranking System)</a:t>
            </a:r>
            <a:endParaRPr lang="en-US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B646BC-381C-5D70-6081-C1FBDBC1D5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3336" y="2467722"/>
            <a:ext cx="10305327" cy="495400"/>
          </a:xfrm>
        </p:spPr>
        <p:txBody>
          <a:bodyPr>
            <a:normAutofit/>
          </a:bodyPr>
          <a:lstStyle/>
          <a:p>
            <a:r>
              <a:rPr lang="en-IN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goal is to align user intent with properties under real-world constraints.</a:t>
            </a:r>
            <a:endParaRPr lang="en-US" sz="14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EA85E4-B4A2-67D9-2822-AF70E0C6745C}"/>
              </a:ext>
            </a:extLst>
          </p:cNvPr>
          <p:cNvSpPr txBox="1"/>
          <p:nvPr/>
        </p:nvSpPr>
        <p:spPr>
          <a:xfrm>
            <a:off x="462987" y="5632007"/>
            <a:ext cx="461829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Presented By 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Lakshya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Vipassana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Roll No : 24ID60R35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Email : lakshyav299@gmail.com</a:t>
            </a:r>
          </a:p>
        </p:txBody>
      </p:sp>
    </p:spTree>
    <p:extLst>
      <p:ext uri="{BB962C8B-B14F-4D97-AF65-F5344CB8AC3E}">
        <p14:creationId xmlns:p14="http://schemas.microsoft.com/office/powerpoint/2010/main" val="23863888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D59C7-E220-62C0-F027-D459477732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Understanding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0ABAB2-3449-6687-CBAE-7F3125B554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603375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</a:t>
            </a:r>
            <a:b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Recommend properties that best align with user needs and preferences rather than finding an exact match.</a:t>
            </a:r>
          </a:p>
          <a:p>
            <a:pPr>
              <a:lnSpc>
                <a:spcPct val="100000"/>
              </a:lnSpc>
            </a:pP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Hard Constraints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budget (upper-bound constraint, but noisy)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Minimum bedroom requirement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16DB1E-C31E-B1A9-E9BB-71D00CD107B3}"/>
              </a:ext>
            </a:extLst>
          </p:cNvPr>
          <p:cNvSpPr txBox="1"/>
          <p:nvPr/>
        </p:nvSpPr>
        <p:spPr>
          <a:xfrm>
            <a:off x="4514129" y="2779774"/>
            <a:ext cx="2871299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lnSpc>
                <a:spcPct val="100000"/>
              </a:lnSpc>
              <a:buAutoNum type="arabicPeriod" startAt="2"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 Preferences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Amenities and lifestyle features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Qualitative preferences expressed in text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Relative value (price vs space)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9110AC-4F80-DC54-BB0F-94CB81F50A1D}"/>
              </a:ext>
            </a:extLst>
          </p:cNvPr>
          <p:cNvSpPr txBox="1"/>
          <p:nvPr/>
        </p:nvSpPr>
        <p:spPr>
          <a:xfrm>
            <a:off x="7677872" y="2779774"/>
            <a:ext cx="4514128" cy="11364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 Data Reality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Preferences are subjective and inconsistently expressed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Property descriptions are marketing-oriented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Noisy data prevents binary matching</a:t>
            </a:r>
          </a:p>
        </p:txBody>
      </p:sp>
    </p:spTree>
    <p:extLst>
      <p:ext uri="{BB962C8B-B14F-4D97-AF65-F5344CB8AC3E}">
        <p14:creationId xmlns:p14="http://schemas.microsoft.com/office/powerpoint/2010/main" val="34816693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20AF2-D170-04FF-FA43-DBA46FA0F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A444B9-0A6B-DC71-F4F8-457FA63F3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EDA Insights That Drove Design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3A3E5E-31F0-A223-1986-A25258CBEE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4498" y="1839650"/>
            <a:ext cx="4884514" cy="80168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Prices and budgets are right-skewed</a:t>
            </a:r>
          </a:p>
          <a:p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Linear assumptions fail; log scaling and non-linear scoring are required</a:t>
            </a:r>
          </a:p>
          <a:p>
            <a:pPr marL="0" indent="0"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I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C6A62B5-B5AB-28CB-C937-9DF0C3E76351}"/>
              </a:ext>
            </a:extLst>
          </p:cNvPr>
          <p:cNvSpPr txBox="1">
            <a:spLocks/>
          </p:cNvSpPr>
          <p:nvPr/>
        </p:nvSpPr>
        <p:spPr>
          <a:xfrm>
            <a:off x="884498" y="2913340"/>
            <a:ext cx="4648202" cy="82622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Bedrooms are weak predictors of price</a:t>
            </a:r>
          </a:p>
          <a:p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Bedrooms should act as minimum filters, not dominant features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6A5833D-19A4-D435-2C4C-727ECB1B656F}"/>
              </a:ext>
            </a:extLst>
          </p:cNvPr>
          <p:cNvSpPr txBox="1">
            <a:spLocks/>
          </p:cNvSpPr>
          <p:nvPr/>
        </p:nvSpPr>
        <p:spPr>
          <a:xfrm>
            <a:off x="884498" y="3944660"/>
            <a:ext cx="4081041" cy="6196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Living area alone does not explain value</a:t>
            </a:r>
          </a:p>
          <a:p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Price-per-</a:t>
            </a:r>
            <a:r>
              <a:rPr lang="en-IN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sqft</a:t>
            </a: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a stronger signal of location and quality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I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4F737DB-FF1E-547C-8E48-97BC5C83B0B6}"/>
              </a:ext>
            </a:extLst>
          </p:cNvPr>
          <p:cNvSpPr txBox="1">
            <a:spLocks/>
          </p:cNvSpPr>
          <p:nvPr/>
        </p:nvSpPr>
        <p:spPr>
          <a:xfrm>
            <a:off x="6266723" y="1838925"/>
            <a:ext cx="4405132" cy="98368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budgets and property prices overlap, but supply is clustered</a:t>
            </a:r>
          </a:p>
          <a:p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Strict budget cut-offs would eliminate valid recommendations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I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C84AFAB-51F9-A6AD-9FAF-1B09A783D405}"/>
              </a:ext>
            </a:extLst>
          </p:cNvPr>
          <p:cNvSpPr txBox="1">
            <a:spLocks/>
          </p:cNvSpPr>
          <p:nvPr/>
        </p:nvSpPr>
        <p:spPr>
          <a:xfrm>
            <a:off x="6266723" y="3251027"/>
            <a:ext cx="4763951" cy="97707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Text and amenities capture perceived value better than raw size</a:t>
            </a:r>
          </a:p>
          <a:p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Semantic similarity and amenity overlap must influence ranking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endParaRPr lang="en-I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CCDBC59-81F5-2C97-8F80-B62EE5DAB1AB}"/>
              </a:ext>
            </a:extLst>
          </p:cNvPr>
          <p:cNvSpPr txBox="1"/>
          <p:nvPr/>
        </p:nvSpPr>
        <p:spPr>
          <a:xfrm>
            <a:off x="886906" y="5788440"/>
            <a:ext cx="107596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i="1" dirty="0">
                <a:solidFill>
                  <a:schemeClr val="tx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EDA confirmed that property matching is a ranking problem under uncertainty, not a binary filtering task.</a:t>
            </a:r>
            <a:endParaRPr lang="en-US" sz="1200" i="1" dirty="0">
              <a:solidFill>
                <a:schemeClr val="tx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11153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F2B9C7-4D93-1692-AB6D-87E45D7B4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Architecture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2A61FAA-2E16-3AA2-AF48-A97D0782E068}"/>
              </a:ext>
            </a:extLst>
          </p:cNvPr>
          <p:cNvSpPr/>
          <p:nvPr/>
        </p:nvSpPr>
        <p:spPr>
          <a:xfrm>
            <a:off x="300942" y="2164467"/>
            <a:ext cx="2118167" cy="85652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User Input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2221414-C3E7-41EC-E444-C5013F5F073F}"/>
              </a:ext>
            </a:extLst>
          </p:cNvPr>
          <p:cNvSpPr/>
          <p:nvPr/>
        </p:nvSpPr>
        <p:spPr>
          <a:xfrm>
            <a:off x="3071150" y="2164467"/>
            <a:ext cx="2118167" cy="85652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 Filters</a:t>
            </a:r>
          </a:p>
          <a:p>
            <a:pPr algn="ctr"/>
            <a:r>
              <a:rPr lang="en-US" sz="12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(Budget, Bathrooms)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8F124A-71D2-9A54-F7A3-E14017C526E2}"/>
              </a:ext>
            </a:extLst>
          </p:cNvPr>
          <p:cNvSpPr/>
          <p:nvPr/>
        </p:nvSpPr>
        <p:spPr>
          <a:xfrm>
            <a:off x="5841358" y="2164467"/>
            <a:ext cx="2766348" cy="85652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Feature Similarity Scoring</a:t>
            </a:r>
          </a:p>
          <a:p>
            <a:pPr algn="ctr"/>
            <a:r>
              <a:rPr lang="en-US" sz="12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(Text, Amenities, Price, Area)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ED39BE1-F6F4-41B0-54A5-0A18A0BC0820}"/>
              </a:ext>
            </a:extLst>
          </p:cNvPr>
          <p:cNvSpPr/>
          <p:nvPr/>
        </p:nvSpPr>
        <p:spPr>
          <a:xfrm>
            <a:off x="9259748" y="2164467"/>
            <a:ext cx="2766348" cy="85652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Weighted Match Score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5E53726-3AF0-19D6-F54D-64B90110B746}"/>
              </a:ext>
            </a:extLst>
          </p:cNvPr>
          <p:cNvSpPr/>
          <p:nvPr/>
        </p:nvSpPr>
        <p:spPr>
          <a:xfrm>
            <a:off x="9259748" y="4698591"/>
            <a:ext cx="2766348" cy="85652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Top-N Ranked Properties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6D69235-A1E4-69B3-8235-1D2BE9D2211E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2419109" y="2592730"/>
            <a:ext cx="65204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3612BC0-94B7-5BB4-1240-8873239FEA6F}"/>
              </a:ext>
            </a:extLst>
          </p:cNvPr>
          <p:cNvCxnSpPr>
            <a:cxnSpLocks/>
          </p:cNvCxnSpPr>
          <p:nvPr/>
        </p:nvCxnSpPr>
        <p:spPr>
          <a:xfrm>
            <a:off x="5185458" y="2592730"/>
            <a:ext cx="65204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483953B-90DC-17B9-A611-CD19A3FF9966}"/>
              </a:ext>
            </a:extLst>
          </p:cNvPr>
          <p:cNvCxnSpPr>
            <a:cxnSpLocks/>
          </p:cNvCxnSpPr>
          <p:nvPr/>
        </p:nvCxnSpPr>
        <p:spPr>
          <a:xfrm>
            <a:off x="8611564" y="2592730"/>
            <a:ext cx="65204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305524B-96C5-7131-3BA9-E7ECA7B541DD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10642922" y="3020993"/>
            <a:ext cx="0" cy="167759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F1324B3-F268-A2D6-4DB1-75315AAD1889}"/>
              </a:ext>
            </a:extLst>
          </p:cNvPr>
          <p:cNvSpPr txBox="1"/>
          <p:nvPr/>
        </p:nvSpPr>
        <p:spPr>
          <a:xfrm>
            <a:off x="217725" y="3098343"/>
            <a:ext cx="2284600" cy="143116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Input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Budget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Minimum bedrooms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Qualitative preferences (text)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51AB8FD-5539-3370-849C-2F55367F985F}"/>
              </a:ext>
            </a:extLst>
          </p:cNvPr>
          <p:cNvSpPr txBox="1"/>
          <p:nvPr/>
        </p:nvSpPr>
        <p:spPr>
          <a:xfrm>
            <a:off x="2698009" y="3111108"/>
            <a:ext cx="318302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 Filters (Feasibility Layer)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Purpose:</a:t>
            </a: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Remove impossible options early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Price ≤ Budget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Bedrooms ≥ Required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97D4D97-D6A2-B9FF-2DBD-575A3293AB30}"/>
              </a:ext>
            </a:extLst>
          </p:cNvPr>
          <p:cNvSpPr txBox="1"/>
          <p:nvPr/>
        </p:nvSpPr>
        <p:spPr>
          <a:xfrm>
            <a:off x="5752619" y="3111108"/>
            <a:ext cx="3183025" cy="21544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Similarity Scoring (Preference Layer)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Purpose:</a:t>
            </a: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Rank </a:t>
            </a:r>
            <a:r>
              <a:rPr lang="en-IN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good</a:t>
            </a: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options, not filtered them</a:t>
            </a:r>
          </a:p>
          <a:p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Computed </a:t>
            </a:r>
            <a:r>
              <a:rPr lang="en-I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independent similarity signals</a:t>
            </a: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endParaRPr lang="en-I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Text similarity</a:t>
            </a: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SBERT + cosine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Amenity overlap</a:t>
            </a: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Jaccard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Price similarity</a:t>
            </a: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log-scaled distance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Area similarity</a:t>
            </a: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log-scaled distance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B3E4595-60DD-734D-8922-AADCD057EC37}"/>
              </a:ext>
            </a:extLst>
          </p:cNvPr>
          <p:cNvSpPr txBox="1"/>
          <p:nvPr/>
        </p:nvSpPr>
        <p:spPr>
          <a:xfrm>
            <a:off x="9259748" y="3417590"/>
            <a:ext cx="16204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Weighted Match Score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A879FDE-7275-EEF6-B14B-95AAE0F15830}"/>
              </a:ext>
            </a:extLst>
          </p:cNvPr>
          <p:cNvSpPr txBox="1"/>
          <p:nvPr/>
        </p:nvSpPr>
        <p:spPr>
          <a:xfrm>
            <a:off x="9342437" y="5697758"/>
            <a:ext cx="2803258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Top-N Ranking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Return </a:t>
            </a:r>
            <a:r>
              <a:rPr lang="en-I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ranked recommendations</a:t>
            </a:r>
            <a:endParaRPr lang="en-I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binary ‘match / no-match’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Supports comparison and choice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5DE3C5F-02A0-7D9D-7D64-648BC02392D8}"/>
              </a:ext>
            </a:extLst>
          </p:cNvPr>
          <p:cNvSpPr txBox="1"/>
          <p:nvPr/>
        </p:nvSpPr>
        <p:spPr>
          <a:xfrm>
            <a:off x="10642922" y="3272461"/>
            <a:ext cx="162044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weighted combination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Interpretable weights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Easy to tune</a:t>
            </a:r>
          </a:p>
        </p:txBody>
      </p:sp>
    </p:spTree>
    <p:extLst>
      <p:ext uri="{BB962C8B-B14F-4D97-AF65-F5344CB8AC3E}">
        <p14:creationId xmlns:p14="http://schemas.microsoft.com/office/powerpoint/2010/main" val="16604292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274</TotalTime>
  <Words>356</Words>
  <Application>Microsoft Macintosh PowerPoint</Application>
  <PresentationFormat>Widescreen</PresentationFormat>
  <Paragraphs>68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Times New Roman</vt:lpstr>
      <vt:lpstr>Office Theme</vt:lpstr>
      <vt:lpstr>Property Matching Using User Preferences (AI-driven Ranking System)</vt:lpstr>
      <vt:lpstr>Problem Understanding</vt:lpstr>
      <vt:lpstr>Key EDA Insights That Drove Design</vt:lpstr>
      <vt:lpstr>System Architecture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Property Matching Using User Preferences (AI-driven Ranking System)</dc:title>
  <dc:creator>Lakshya Vipassana</dc:creator>
  <cp:lastModifiedBy>Lakshya Vipassana</cp:lastModifiedBy>
  <cp:revision>4</cp:revision>
  <dcterms:created xsi:type="dcterms:W3CDTF">2026-02-03T15:56:35Z</dcterms:created>
  <dcterms:modified xsi:type="dcterms:W3CDTF">2026-02-03T20:31:27Z</dcterms:modified>
</cp:coreProperties>
</file>